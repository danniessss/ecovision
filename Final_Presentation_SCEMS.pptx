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Campus Energy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</a:t>
            </a:r>
          </a:p>
          <a:p>
            <a:r>
              <a:t>Team EcoVision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Project Overview</a:t>
            </a:r>
          </a:p>
          <a:p>
            <a:r>
              <a:t>- Objectives</a:t>
            </a:r>
          </a:p>
          <a:p>
            <a:r>
              <a:t>- Methodology</a:t>
            </a:r>
          </a:p>
          <a:p>
            <a:r>
              <a:t>- Key Deliverables</a:t>
            </a:r>
          </a:p>
          <a:p>
            <a:r>
              <a:t>- Roadmap &amp; Schedule</a:t>
            </a:r>
          </a:p>
          <a:p>
            <a:r>
              <a:t>- Findings &amp; Recommendations</a:t>
            </a:r>
          </a:p>
          <a:p>
            <a:r>
              <a:t>-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Simulated Smart Campus Energy Monitoring System</a:t>
            </a:r>
          </a:p>
          <a:p>
            <a:r>
              <a:t>• Uses mock IoT datasets to analyze energy usage</a:t>
            </a:r>
          </a:p>
          <a:p>
            <a:r>
              <a:t>• Produces dashboards, insights, and sustainability recommendations</a:t>
            </a:r>
          </a:p>
          <a:p>
            <a:r>
              <a:t>• Includes full project management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campus energy awareness</a:t>
            </a:r>
          </a:p>
          <a:p>
            <a:r>
              <a:t>• Identify inefficiencies using data</a:t>
            </a:r>
          </a:p>
          <a:p>
            <a:r>
              <a:t>• Enable data‑driven decision making</a:t>
            </a:r>
          </a:p>
          <a:p>
            <a:r>
              <a:t>• Provide sustainability recommendations</a:t>
            </a:r>
          </a:p>
          <a:p>
            <a:r>
              <a:t>• Deliver high‑quality academic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 &amp; clean mock IoT energy dataset</a:t>
            </a:r>
          </a:p>
          <a:p>
            <a:r>
              <a:t>• Analyze trends, peaks, and cost patterns</a:t>
            </a:r>
          </a:p>
          <a:p>
            <a:r>
              <a:t>• Develop dashboards (Tableau/Power BI)</a:t>
            </a:r>
          </a:p>
          <a:p>
            <a:r>
              <a:t>• Create PM documentation (risk, scope, cost, WBS, schedule)</a:t>
            </a:r>
          </a:p>
          <a:p>
            <a:r>
              <a:t>• Build roadmap &amp; project plan</a:t>
            </a:r>
          </a:p>
          <a:p>
            <a:r>
              <a:t>• Develop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Stakeholder Register</a:t>
            </a:r>
          </a:p>
          <a:p>
            <a:r>
              <a:t>• Communication, Risk, Quality, Scope Plans</a:t>
            </a:r>
          </a:p>
          <a:p>
            <a:r>
              <a:t>• Cost &amp; Resource Management Plans</a:t>
            </a:r>
          </a:p>
          <a:p>
            <a:r>
              <a:t>• Work Breakdown Structure (WBS)</a:t>
            </a:r>
          </a:p>
          <a:p>
            <a:r>
              <a:t>• Project Schedule (Gantt)</a:t>
            </a:r>
          </a:p>
          <a:p>
            <a:r>
              <a:t>• Aha!-Style Roadmap</a:t>
            </a:r>
          </a:p>
          <a:p>
            <a:r>
              <a:t>• Final Combined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Roadmap (Aha! 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Release 1: Foundation (Oct 10–18)</a:t>
            </a:r>
          </a:p>
          <a:p>
            <a:r>
              <a:t>- Stakeholders, Charter</a:t>
            </a:r>
          </a:p>
          <a:p/>
          <a:p>
            <a:r>
              <a:t>Release 2: Documentation (Oct 19–Nov 3)</a:t>
            </a:r>
          </a:p>
          <a:p>
            <a:r>
              <a:t>- All plans, WBS, Schedule</a:t>
            </a:r>
          </a:p>
          <a:p/>
          <a:p>
            <a:r>
              <a:t>Release 3: Data &amp; Dashboards (Nov 4–Dec 4)</a:t>
            </a:r>
          </a:p>
          <a:p>
            <a:r>
              <a:t>- Dataset prep, analysis, dashboards</a:t>
            </a:r>
          </a:p>
          <a:p/>
          <a:p>
            <a:r>
              <a:t>Release 4: Final Delivery (Dec 4–15)</a:t>
            </a:r>
          </a:p>
          <a:p>
            <a:r>
              <a:t>- Report, presentation,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Schedule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Initiation: Oct 10 – Oct 18</a:t>
            </a:r>
          </a:p>
          <a:p>
            <a:r>
              <a:t>• Planning: Oct 19 – Nov 3</a:t>
            </a:r>
          </a:p>
          <a:p>
            <a:r>
              <a:t>• Execution: Nov 4 – Dec 4</a:t>
            </a:r>
          </a:p>
          <a:p>
            <a:r>
              <a:t>• Monitoring: Throughout Project</a:t>
            </a:r>
          </a:p>
          <a:p>
            <a:r>
              <a:t>• Closing: Dec 4 – Dec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Mock data reveals peak usage patterns</a:t>
            </a:r>
          </a:p>
          <a:p>
            <a:r>
              <a:t>• Identified opportunities for simulated energy savings</a:t>
            </a:r>
          </a:p>
          <a:p>
            <a:r>
              <a:t>• Dashboard provides clear visualization of trends</a:t>
            </a:r>
          </a:p>
          <a:p>
            <a:r>
              <a:t>• Recommendations support sustainability awareness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energy‑efficient behavioral changes</a:t>
            </a:r>
          </a:p>
          <a:p>
            <a:r>
              <a:t>• Promote awareness through campaign materials</a:t>
            </a:r>
          </a:p>
          <a:p>
            <a:r>
              <a:t>• Adopt dashboards for decision-making</a:t>
            </a:r>
          </a:p>
          <a:p>
            <a:r>
              <a:t>• Encourage sustainable campus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completed full PM documentation</a:t>
            </a:r>
          </a:p>
          <a:p>
            <a:r>
              <a:t>• Created structured roadmap and schedule</a:t>
            </a:r>
          </a:p>
          <a:p>
            <a:r>
              <a:t>• Demonstrated strong understanding of PM principles</a:t>
            </a:r>
          </a:p>
          <a:p>
            <a:r>
              <a:t>• Delivered a realistic academic smart‑campus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